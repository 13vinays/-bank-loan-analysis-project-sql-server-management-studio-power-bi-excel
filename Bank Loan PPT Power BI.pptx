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60" r:id="rId2"/>
    <p:sldId id="273" r:id="rId3"/>
    <p:sldId id="269" r:id="rId4"/>
    <p:sldId id="270" r:id="rId5"/>
    <p:sldId id="271" r:id="rId6"/>
    <p:sldId id="256" r:id="rId7"/>
    <p:sldId id="257" r:id="rId8"/>
    <p:sldId id="258" r:id="rId9"/>
    <p:sldId id="261" r:id="rId10"/>
    <p:sldId id="262" r:id="rId11"/>
    <p:sldId id="263" r:id="rId12"/>
    <p:sldId id="264" r:id="rId13"/>
    <p:sldId id="25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706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700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099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688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420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935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368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01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693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81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42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6173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8295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6664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0606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891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053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B289A56-B7BF-4EE2-A684-7373F14AFF3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7317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  <p:sldLayoutId id="214748380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475491" y="3293972"/>
            <a:ext cx="110256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SQL SERVER MANAGEMENT STUDIO</a:t>
            </a:r>
            <a:endParaRPr lang="en-IN" sz="4800" dirty="0">
              <a:solidFill>
                <a:schemeClr val="accent5">
                  <a:lumMod val="20000"/>
                  <a:lumOff val="80000"/>
                </a:schemeClr>
              </a:solidFill>
              <a:latin typeface="Lato Black" panose="020F0A02020204030203" pitchFamily="34" charset="0"/>
            </a:endParaRPr>
          </a:p>
        </p:txBody>
      </p:sp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406" y="4765145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02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SOFTWARE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77C5A-2770-C97F-8953-E1F5A24DD560}"/>
              </a:ext>
            </a:extLst>
          </p:cNvPr>
          <p:cNvSpPr txBox="1"/>
          <p:nvPr/>
        </p:nvSpPr>
        <p:spPr>
          <a:xfrm>
            <a:off x="327804" y="1366935"/>
            <a:ext cx="864870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OFFICE/ EXCEL: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VERSION 2021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SQL SERVER MANAGEMENT STUDIO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– 19.0.20209.0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POWER BI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: Latest  Version </a:t>
            </a:r>
          </a:p>
        </p:txBody>
      </p:sp>
    </p:spTree>
    <p:extLst>
      <p:ext uri="{BB962C8B-B14F-4D97-AF65-F5344CB8AC3E}">
        <p14:creationId xmlns:p14="http://schemas.microsoft.com/office/powerpoint/2010/main" val="2444031829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id="{A5FA9380-85A3-5EB1-2C9B-1C4ABB8EF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  <p:pic>
        <p:nvPicPr>
          <p:cNvPr id="4" name="Picture 12" descr="Sql server - Free logo icons">
            <a:extLst>
              <a:ext uri="{FF2B5EF4-FFF2-40B4-BE49-F238E27FC236}">
                <a16:creationId xmlns:a16="http://schemas.microsoft.com/office/drawing/2014/main" id="{530262F7-0CF1-8814-2372-D74F015A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409" y="2494495"/>
            <a:ext cx="2513849" cy="301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964A68-B481-FDBC-FBB9-52425E65C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49" y="832889"/>
            <a:ext cx="10399902" cy="583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AA4628-0EE3-7EC4-C370-2A0B2BE64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74" y="850340"/>
            <a:ext cx="10380852" cy="582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0D7939-6504-7430-B6E9-29AEB10BA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86" y="827541"/>
            <a:ext cx="10409427" cy="584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057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/>
              <a:t>FUNCTIONALITIES YOU WILL LEARN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46760-0DB5-6324-7B30-1D918A65A865}"/>
              </a:ext>
            </a:extLst>
          </p:cNvPr>
          <p:cNvSpPr txBox="1"/>
          <p:nvPr/>
        </p:nvSpPr>
        <p:spPr>
          <a:xfrm>
            <a:off x="1647825" y="1144432"/>
            <a:ext cx="29090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DC267-C4AE-056C-B4A2-9F57B5EF2822}"/>
              </a:ext>
            </a:extLst>
          </p:cNvPr>
          <p:cNvSpPr txBox="1"/>
          <p:nvPr/>
        </p:nvSpPr>
        <p:spPr>
          <a:xfrm>
            <a:off x="1631335" y="767141"/>
            <a:ext cx="266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</a:rPr>
              <a:t>SQL – MS SQL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1D8C-EC5D-22DE-B591-0E506E4E2BA6}"/>
              </a:ext>
            </a:extLst>
          </p:cNvPr>
          <p:cNvSpPr txBox="1"/>
          <p:nvPr/>
        </p:nvSpPr>
        <p:spPr>
          <a:xfrm>
            <a:off x="6400798" y="1140838"/>
            <a:ext cx="3048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39873-19FF-7E34-62AE-83E4D322A2EE}"/>
              </a:ext>
            </a:extLst>
          </p:cNvPr>
          <p:cNvSpPr txBox="1"/>
          <p:nvPr/>
        </p:nvSpPr>
        <p:spPr>
          <a:xfrm>
            <a:off x="6661925" y="767141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639557344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Sl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443</TotalTime>
  <Words>762</Words>
  <Application>Microsoft Office PowerPoint</Application>
  <PresentationFormat>Widescreen</PresentationFormat>
  <Paragraphs>102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Century Gothic</vt:lpstr>
      <vt:lpstr>Lato Black</vt:lpstr>
      <vt:lpstr>Rockwell Extra Bold</vt:lpstr>
      <vt:lpstr>Wingdings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vinay kumar</cp:lastModifiedBy>
  <cp:revision>18</cp:revision>
  <dcterms:created xsi:type="dcterms:W3CDTF">2023-10-07T01:44:58Z</dcterms:created>
  <dcterms:modified xsi:type="dcterms:W3CDTF">2026-04-14T20:39:46Z</dcterms:modified>
</cp:coreProperties>
</file>